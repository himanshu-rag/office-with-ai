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jpg" ContentType="image/jpe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8d03abbe5774690" /><Relationship Type="http://schemas.openxmlformats.org/package/2006/relationships/metadata/core-properties" Target="/docProps/core.xml" Id="Rb36e58d0b161403d" /><Relationship Type="http://schemas.openxmlformats.org/officeDocument/2006/relationships/extended-properties" Target="/docProps/app.xml" Id="R2d37ca940e914a5e" /><Relationship Type="http://schemas.openxmlformats.org/officeDocument/2006/relationships/custom-properties" Target="/docProps/custom.xml" Id="R2481739a4f06497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19549c749da48bc"/>
    <p:sldId id="257" r:id="R670e383f25674b2c"/>
    <p:sldId id="258" r:id="R2afd3bb7f8204452"/>
    <p:sldId id="259" r:id="R90ff9b6495f541e5"/>
    <p:sldId id="260" r:id="R93fd959b480e46ad"/>
    <p:sldId id="261" r:id="Re6642a2c8d534c9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19549c749da48bc" /><Relationship Type="http://schemas.openxmlformats.org/officeDocument/2006/relationships/slide" Target="/ppt/slides/slide2.xml" Id="R670e383f25674b2c" /><Relationship Type="http://schemas.openxmlformats.org/officeDocument/2006/relationships/slide" Target="/ppt/slides/slide3.xml" Id="R2afd3bb7f8204452" /><Relationship Type="http://schemas.openxmlformats.org/officeDocument/2006/relationships/slide" Target="/ppt/slides/slide4.xml" Id="R90ff9b6495f541e5" /><Relationship Type="http://schemas.openxmlformats.org/officeDocument/2006/relationships/slide" Target="/ppt/slides/slide5.xml" Id="R93fd959b480e46ad" /><Relationship Type="http://schemas.openxmlformats.org/officeDocument/2006/relationships/slide" Target="/ppt/slides/slide6.xml" Id="Re6642a2c8d534c9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62078627546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de5126075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5a799216248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4500c462649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70cae72d041b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23573d35b724af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15a232550473b" /><Relationship Type="http://schemas.openxmlformats.org/officeDocument/2006/relationships/image" Target="/ppt/media/image.jpg" Id="R6008dc1ce64e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2ce349dbd4271" /><Relationship Type="http://schemas.openxmlformats.org/officeDocument/2006/relationships/image" Target="/ppt/media/image2.jpg" Id="R85425c0269e542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d19fb65e0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9cdd6761c4b97" /><Relationship Type="http://schemas.openxmlformats.org/officeDocument/2006/relationships/image" Target="/ppt/media/image3.jpg" Id="R7adcaff6d0a1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615dd66fb45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bd442c74049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457200"/>
            <a:ext cx="8229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1E3A8A"/>
                </a:solidFill>
                <a:latin typeface="Arial"/>
                <a:ea typeface="Arial"/>
              </a:rPr>
              <a:t>SMART PROCUREMENT &amp;</a:t>
            </a:r>
          </a:p>
          <a:p xmlns:a="http://schemas.openxmlformats.org/drawingml/2006/main">
            <a:pPr algn="ctr"/>
            <a:r>
              <a:rPr lang="en-US" sz="3600" b="1">
                <a:solidFill>
                  <a:srgbClr val="1E3A8A"/>
                </a:solidFill>
                <a:latin typeface="Arial"/>
                <a:ea typeface="Arial"/>
              </a:rPr>
              <a:t>FARMER ASSISTANCE PLATFORM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57200" y="201168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047857"/>
                </a:solidFill>
                <a:latin typeface="Arial"/>
                <a:ea typeface="Arial"/>
              </a:rPr>
              <a:t>Team: Farm Tech  |  Problem ID: 26032</a:t>
            </a:r>
          </a:p>
          <a:p xmlns:a="http://schemas.openxmlformats.org/drawingml/2006/main">
            <a:pPr algn="ctr"/>
            <a:r>
              <a:rPr lang="en-US" sz="2000">
                <a:solidFill>
                  <a:srgbClr val="047857"/>
                </a:solidFill>
                <a:latin typeface="Arial"/>
                <a:ea typeface="Arial"/>
              </a:rPr>
              <a:t>Ministry of Consumer Affairs</a:t>
            </a:r>
          </a:p>
        </p:txBody>
      </p:sp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8dc1ce64e4f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743200" y="3017520"/>
            <a:ext cx="3657600" cy="36576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457200" y="45720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8A"/>
                </a:solidFill>
                <a:latin typeface="Arial"/>
                <a:ea typeface="Arial"/>
              </a:rPr>
              <a:t>PROPOSED SOLUTION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457200" y="1371600"/>
            <a:ext cx="457200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Register &amp; Select Centre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Book a Slot &amp; Get Digital Token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Track Live Queue &amp; ETA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Real-Time Payment Updates</a:t>
            </a:r>
          </a:p>
        </p:txBody>
      </p:sp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25c0269e5428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0" y="1371600"/>
            <a:ext cx="3657600" cy="36576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457200" y="45720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8A"/>
                </a:solidFill>
                <a:latin typeface="Arial"/>
                <a:ea typeface="Arial"/>
              </a:rPr>
              <a:t>TECHNICAL APPROACH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457200" y="1828800"/>
            <a:ext cx="27432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Farmer App: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Flutter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Admin Dashboard: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React.js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Backend: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Python + FastAPI</a:t>
            </a:r>
          </a:p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3657600" y="1828800"/>
            <a:ext cx="27432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Database: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PostgreSQL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Real-Time Queue: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Redis / WebSockets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Notifications:</a:t>
            </a:r>
          </a:p>
          <a:p xmlns:a="http://schemas.openxmlformats.org/drawingml/2006/main">
            <a:r>
              <a:rPr lang="en-US" sz="2200" b="1">
                <a:solidFill>
                  <a:srgbClr val="047857"/>
                </a:solidFill>
                <a:latin typeface="Arial"/>
                <a:ea typeface="Arial"/>
              </a:rPr>
              <a:t>Firebase &amp; SMS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457200" y="45720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8A"/>
                </a:solidFill>
                <a:latin typeface="Arial"/>
                <a:ea typeface="Arial"/>
              </a:rPr>
              <a:t>FEASIBILITY &amp; INNOVATION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457200" y="1371600"/>
            <a:ext cx="411480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AI-Assisted Smart Slot Recommendation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Predicts Crowd Density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Recommends Less Crowded Times</a:t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400">
                <a:solidFill>
                  <a:srgbClr val="333333"/>
                </a:solidFill>
                <a:latin typeface="Arial"/>
                <a:ea typeface="Arial"/>
              </a:rPr>
              <a:t>• Ensures Zero Congestion</a:t>
            </a:r>
          </a:p>
        </p:txBody>
      </p:sp>
      <p:pic>
        <p:nvPicPr>
          <p:cNvPr id="1000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caff6d0a1420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0" y="1371600"/>
            <a:ext cx="3657600" cy="36576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457200" y="45720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8A"/>
                </a:solidFill>
                <a:latin typeface="Arial"/>
                <a:ea typeface="Arial"/>
              </a:rPr>
              <a:t>IMPACT AND BENEFITS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457200" y="1645920"/>
            <a:ext cx="82296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For Farmers: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No more waiting in long lines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Transparent tracking of payment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Accessible via Mobile App &amp; SMS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For Government: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Efficient capacity management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Data-driven procurement planning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457200" y="457200"/>
            <a:ext cx="8229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8A"/>
                </a:solidFill>
                <a:latin typeface="Arial"/>
                <a:ea typeface="Arial"/>
              </a:rPr>
              <a:t>RESEARCH AND REFERENCES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457200" y="1828800"/>
            <a:ext cx="82296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Studied existing systems: Kisaan E-Mandi, MandiMithra, AgriSakha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Built custom workflow tailored for Department of Consumer Affairs (DoCA)</a:t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2600">
                <a:solidFill>
                  <a:srgbClr val="333333"/>
                </a:solidFill>
                <a:latin typeface="Arial"/>
                <a:ea typeface="Arial"/>
              </a:rPr>
              <a:t>• Future-proof architecture ready for integration with existing Govt portals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2026-09-02T17:42:08Z</dcterms:created>
  <cp:lastModifiedBy>OfficeCLI</cp:lastModifiedBy>
  <dcterms:modified xsi:type="dcterms:W3CDTF">2026-09-02T17:42:08Z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2026-09-02T17:43:11Z</vt:lpwstr>
  </op:property>
</op:Properties>
</file>